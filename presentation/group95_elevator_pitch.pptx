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34840"/>
            <a:ext cx="1219169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200"/>
              </a:spcAft>
            </a:pPr>
            <a:r>
              <a:rPr sz="1500" b="1" i="0">
                <a:solidFill>
                  <a:srgbClr val="B8860B"/>
                </a:solidFill>
                <a:latin typeface="Calibri"/>
              </a:rPr>
              <a:t>GSOE9011  |  GROUP 95  |  ELEVATOR PITCH</a:t>
            </a:r>
          </a:p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Traffic forecasts fail exactly when</a:t>
            </a:r>
          </a:p>
          <a:p>
            <a:pPr algn="l">
              <a:spcAft>
                <a:spcPts val="1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we need them most.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C9D4E6"/>
                </a:solidFill>
                <a:latin typeface="Calibri"/>
              </a:rPr>
              <a:t>Context-Aware Deep Learning for Non-Recurring Traffic Congestion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0060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Zhilin Ye   z5719978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9D4E6"/>
                </a:solidFill>
                <a:latin typeface="Calibri"/>
              </a:rPr>
              <a:t>A 12-month research proposal - Greater Los Angeles freeway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The problem: a blind spot worth billions of lost hours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292608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pitch_blindsp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10607040" cy="48705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9436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1">
                <a:solidFill>
                  <a:srgbClr val="5A6476"/>
                </a:solidFill>
                <a:latin typeface="Calibri"/>
              </a:rPr>
              <a:t>Deep-learning models learn routine weekday patterns from millions of sensor readings - then a crash, a rain cell or a stadium crowd changes everything in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476"/>
                </a:solidFill>
                <a:latin typeface="Calibri"/>
              </a:rPr>
              <a:t>Group 95 - Context-Aware Deep Learning for Non-Recurring Traffic Congestion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A647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Our idea: give the model the context it cannot see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292608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pitch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88720"/>
            <a:ext cx="10607040" cy="49788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733288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A2744"/>
                </a:solidFill>
                <a:latin typeface="Calibri"/>
              </a:rPr>
              <a:t>One falsifiable question: can context cut the 30-minute error gap between normal and disrupted traffic by at least 20% - without hurting everyday forecasts by more than 1%?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476"/>
                </a:solidFill>
                <a:latin typeface="Calibri"/>
              </a:rPr>
              <a:t>Group 95 - Context-Aware Deep Learning for Non-Recurring Traffic Congestion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A647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Why you can trust the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292608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5440680" cy="22402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5440680" cy="128016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18488"/>
            <a:ext cx="4937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2F6FB3"/>
                </a:solidFill>
                <a:latin typeface="Calibri"/>
              </a:rPr>
              <a:t>REAL DATA, AT SCALE</a:t>
            </a:r>
          </a:p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1A2744"/>
                </a:solidFill>
                <a:latin typeface="Calibri"/>
              </a:rPr>
              <a:t>3 years of 5-minute data (2022-2024), hundreds of LA freeway sensors, aligned incidents, NOAA weather, venue event calendars.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325880"/>
            <a:ext cx="5440680" cy="22402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325880"/>
            <a:ext cx="5440680" cy="128016"/>
          </a:xfrm>
          <a:prstGeom prst="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1618488"/>
            <a:ext cx="4937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2E7D52"/>
                </a:solidFill>
                <a:latin typeface="Calibri"/>
              </a:rPr>
              <a:t>A FAIR FIGHT</a:t>
            </a:r>
          </a:p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1A2744"/>
                </a:solidFill>
                <a:latin typeface="Calibri"/>
              </a:rPr>
              <a:t>Context model vs matched Graph WaveNet baseline: same backbone, same leak-free chronological splits, same tuning budget.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840480"/>
            <a:ext cx="5440680" cy="22402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840480"/>
            <a:ext cx="5440680" cy="12801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33088"/>
            <a:ext cx="4937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BUILT-IN LIE DETECTOR</a:t>
            </a:r>
          </a:p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1A2744"/>
                </a:solidFill>
                <a:latin typeface="Calibri"/>
              </a:rPr>
              <a:t>Source-by-source ablations, a parameter-matched control, and a shuffled-context negative control that exposes fake gains.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840480"/>
            <a:ext cx="5440680" cy="22402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840480"/>
            <a:ext cx="5440680" cy="1280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4133088"/>
            <a:ext cx="4937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B8860B"/>
                </a:solidFill>
                <a:latin typeface="Calibri"/>
              </a:rPr>
              <a:t>SUCCESS DEFINED IN ADVANCE</a:t>
            </a:r>
          </a:p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1A2744"/>
                </a:solidFill>
                <a:latin typeface="Calibri"/>
              </a:rPr>
              <a:t>Pre-registered decision rules with bootstrap confidence intervals - the experiment can pass, fail, or be inconclusive. All three are useful.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476"/>
                </a:solidFill>
                <a:latin typeface="Calibri"/>
              </a:rPr>
              <a:t>Group 95 - Context-Aware Deep Learning for Non-Recurring Traffic Congestion 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A647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21408"/>
            <a:ext cx="12191695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Reliable forecasts when it matters most.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514600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9D4E6"/>
                </a:solidFill>
                <a:latin typeface="Calibri"/>
              </a:rPr>
              <a:t>▪  Travellers &amp; freight - trustworthy travel times during disruption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081528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9D4E6"/>
                </a:solidFill>
                <a:latin typeface="Calibri"/>
              </a:rPr>
              <a:t>▪  Emergency services - earlier warning, faster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64845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9D4E6"/>
                </a:solidFill>
                <a:latin typeface="Calibri"/>
              </a:rPr>
              <a:t>▪  Traffic-management centres - act 30 minutes ahead, not behind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215384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9D4E6"/>
                </a:solidFill>
                <a:latin typeface="Calibri"/>
              </a:rPr>
              <a:t>▪  Transport agencies - evidence on which data feeds are worth buying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1">
                <a:solidFill>
                  <a:srgbClr val="C9D4E6"/>
                </a:solidFill>
                <a:latin typeface="Calibri"/>
              </a:rPr>
              <a:t>Whatever the outcome, agencies get an auditable answer to one question:</a:t>
            </a:r>
          </a:p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B8860B"/>
                </a:solidFill>
                <a:latin typeface="Calibri"/>
              </a:rPr>
              <a:t>is context data worth investing in? 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